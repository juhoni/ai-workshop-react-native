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workshop. Over 2 hours, we'll explore AI tools for React Native development. This is hands-on - after the presentation, you'll use AI tools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agenda: AI tools, high-value use cases, pitfalls, prompting strategies, then 60 minutes of hands-on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what tools are available right now. We'll cover three categories: chat-based, IDE-integrated, and terminal CLI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Chat-based tools: Claude.ai for complex reasoning and long context, ChatGPT for quick questions and web browsing, Ollama for 100% local and private use. All have free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AI-powered IDEs: Cursor is popular and codebase-aware. Google's Antigravity is new - it's agent-first with multi-agent orchestration and browser control. Windsurf offers unlimited free completions.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CLI tools: Claude Code is powerful but needs a Pro plan. Gemini CLI is Google's open-source alternative with generous free limits. OpenCode is fully open-source supporting 75+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look at where AI genuinely helps for React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TypeScript types are where AI shines brightest. Complex generics, discriminated unions - AI handles these well because the output is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expo-router is file-based routing - conceptually different from React Navigation. AI can help but CAUTION: expo-router is newer so AI has less training data and more hallucinations!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Tanstack Query patterns like cache invalidation and optimistic updates. AI generates the boilerplate while you focus on business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Reanimated animations - shared values, worklets, gestures. CAUTION: AI often mixes v2/v3/v4 syntax. Always verify against v4 docs!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use cases: debugging platform crashes, test generation, boilerplate, regex patterns, code review, documentation. Best for tasks with verifiable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for the warnings - where AI can lead you astray.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HALLUCINATED APIs: AI confidently suggests props and methods that don't exist. Always check docs, use TypeScript, test on both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OUTDATED PATTERNS: AI suggests class components, old Navigation syntax, deprecated Reanimated APIs. Always specify your library versions!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pitfalls: copy-paste without understanding, security blindspots, over-engineering, subtle bugs that surface later. Your specific versions matter!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get better results? Let's talk prompting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prompts are vague with no context. Good prompts include versions, error messages, constraints. Quality in = quality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strategies: Specify versions, provide context, ask for explanations, iterate and refine, always verify. Treat AI as a helpful colleague who sometimes makes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for hands-on work! After the break, 3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1: Debug a Material Top Tabs crash on Android. Practice providing context, asking follow-ups, verifying against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2: Create mutually exclusive props with TypeScript. Use discriminated unions and the 'never' type. Verify TypeScript catches invalid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3: Build a pull-to-refresh animation with Reanimated 4. Watch for v2 vs v4 syntax differences!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What surprised you? Where did AI help vs mislead? How would you integrate this into your workflow?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 AI is an assistant not replacement, context is everything, always verify, best for types/debugging/boilerplate, watch for hallucinations, iterate don't accept first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to bookmark: AI tools, prompting guides, React Native docs, TypeScript handbook. You'll use these constantly when verifying AI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 Remember: AI + Human Expertise = Better Code.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6622" y="1253579"/>
            <a:ext cx="13506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78794" y="1836390"/>
            <a:ext cx="55864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Mobile Dev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138421" y="2674590"/>
            <a:ext cx="486701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1500"/>
              </a:spcBef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Strategies for React Native Teams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247504" y="3649861"/>
            <a:ext cx="26489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750"/>
              </a:spcBef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Hours: Presentation + Hands-on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0002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00250"/>
            <a:ext cx="0" cy="5334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21336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Available AI 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860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2686050"/>
            <a:ext cx="0" cy="5334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28194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Where AI Excels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718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250" y="3371850"/>
            <a:ext cx="0" cy="5334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50" y="35052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Pitfalls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12196" y="20002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31246" y="2000250"/>
            <a:ext cx="0" cy="5334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1746" y="21336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Effective Prompting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12196" y="26860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31246" y="2686050"/>
            <a:ext cx="0" cy="5334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1746" y="28194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Hands-on Exercises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12196" y="3371850"/>
            <a:ext cx="3950196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31246" y="3371850"/>
            <a:ext cx="0" cy="5334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1746" y="3505200"/>
            <a:ext cx="364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4043e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422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5316" y="1771650"/>
            <a:ext cx="7678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410020" y="2316361"/>
            <a:ext cx="36185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AI Tools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728052" y="3078361"/>
            <a:ext cx="29823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options you can use today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Chat-Based AI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89845"/>
            <a:ext cx="2616250" cy="1649611"/>
          </a:xfrm>
          <a:prstGeom prst="roundRect">
            <a:avLst>
              <a:gd name="adj" fmla="val 69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2280345"/>
            <a:ext cx="22799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" y="2771775"/>
            <a:ext cx="2279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reasoning, long context, code review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47700" y="3362325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~30 msgs/day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63950" y="2089845"/>
            <a:ext cx="2616250" cy="1649611"/>
          </a:xfrm>
          <a:prstGeom prst="roundRect">
            <a:avLst>
              <a:gd name="adj" fmla="val 69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4450" y="2280345"/>
            <a:ext cx="22799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54450" y="2771775"/>
            <a:ext cx="2279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answers, web browsing, image gen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454450" y="3362325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GPT-4o mini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70699" y="2089845"/>
            <a:ext cx="2616250" cy="1649611"/>
          </a:xfrm>
          <a:prstGeom prst="roundRect">
            <a:avLst>
              <a:gd name="adj" fmla="val 69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199" y="2280345"/>
            <a:ext cx="22799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1199" y="2771775"/>
            <a:ext cx="2279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 and private, runs on your machine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61199" y="3362325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free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7700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IDE, codebase aware, VS Code fork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2000 completions/mo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63950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4450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454450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agent-first IDE, multi-agent, browser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54450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Generous limits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70699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199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Windsurf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61199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AI code completion, 70+ languages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1199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No usage limits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/ CLI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7700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agentic CLI, file editing, Git integration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Pro plan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63950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4450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454450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open-source CLI, MCP support, extensible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54450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1000 req/day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70699" y="2116485"/>
            <a:ext cx="2616250" cy="1596182"/>
          </a:xfrm>
          <a:prstGeom prst="roundRect">
            <a:avLst>
              <a:gd name="adj" fmla="val 71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199" y="2306985"/>
            <a:ext cx="227995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61199" y="2771775"/>
            <a:ext cx="22799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Claude Code alt, 75+ providers, LSP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1199" y="3335536"/>
            <a:ext cx="2279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free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8eb66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422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5316" y="1771650"/>
            <a:ext cx="7678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563951" y="2316361"/>
            <a:ext cx="33105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Excels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401671" y="3078361"/>
            <a:ext cx="363526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use cases for React Native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#1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262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Type Gymnastics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468910"/>
            <a:ext cx="31473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excels at: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842171"/>
            <a:ext cx="3085654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generics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Discriminated unions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types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09554" y="1874490"/>
            <a:ext cx="4877246" cy="2438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054" y="206499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Mutually exclusive props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0054" y="242694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WithData = {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00054" y="2693640"/>
            <a:ext cx="4586171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T[]; children?: never;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00054" y="296034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00054" y="332229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75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WithChildren = {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0054" y="3588990"/>
            <a:ext cx="4586171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data?: never; children: ReactNode;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00054" y="385569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};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#2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 Navigation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44154"/>
            <a:ext cx="31473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help with: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417415"/>
            <a:ext cx="3085654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routing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routes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segments [id]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503265"/>
            <a:ext cx="3085654" cy="639961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1488" y="3503265"/>
            <a:ext cx="0" cy="639961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075" y="3617565"/>
            <a:ext cx="28850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0075" y="3842296"/>
            <a:ext cx="28850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expo-router is newer — more AI hallucinations!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09554" y="2274540"/>
            <a:ext cx="4877246" cy="16383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054" y="246504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app/user/[id].tsx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0054" y="280794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{ id } = useLocalSearchParams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00054" y="3074640"/>
            <a:ext cx="4586171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&lt;{ id: string }&gt;();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00054" y="3455640"/>
            <a:ext cx="458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myapp://user/123 works automatically!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#3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468910"/>
            <a:ext cx="28988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about: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842171"/>
            <a:ext cx="2842022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invalidation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updates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scroll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65922" y="1531590"/>
            <a:ext cx="5120878" cy="312420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56422" y="172209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Optimistic update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56422" y="206499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useMutation({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56422" y="2331690"/>
            <a:ext cx="4834676" cy="266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onMutate: async (newItem) =&gt; {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56422" y="2598390"/>
            <a:ext cx="4834676" cy="266700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queryClient.cancelQueries();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56422" y="2865090"/>
            <a:ext cx="4834676" cy="266700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prev = queryClient.getQueryData();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56422" y="3131790"/>
            <a:ext cx="4834676" cy="266700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Update cache optimistically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56422" y="3398490"/>
            <a:ext cx="4834676" cy="266700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{ prev };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56422" y="3665190"/>
            <a:ext cx="4834676" cy="266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},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56422" y="3931890"/>
            <a:ext cx="4834676" cy="266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onError: (e, v, ctx) =&gt; /* rollback */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56422" y="419859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#4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Reanimated Animations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44154"/>
            <a:ext cx="28988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417415"/>
            <a:ext cx="2842022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values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integration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Worklet syntax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503265"/>
            <a:ext cx="2842022" cy="639961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1488" y="3503265"/>
            <a:ext cx="0" cy="639961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075" y="3617565"/>
            <a:ext cx="2636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0075" y="3842296"/>
            <a:ext cx="2636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mixes v2/v3/v4 syntax!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5922" y="2160240"/>
            <a:ext cx="5120878" cy="186690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56422" y="235074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Reanimated v4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56422" y="269364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x = useSharedValue(0);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56422" y="3036540"/>
            <a:ext cx="483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gesture = Gesture.Pan()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56422" y="3303240"/>
            <a:ext cx="4834676" cy="266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.onUpdate(e =&gt; x.value = e.translationX)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56422" y="3569940"/>
            <a:ext cx="4834676" cy="266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.onEnd(() =&gt; x.value = withSpring(0));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1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High-Value Use Cases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73759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992809"/>
            <a:ext cx="26162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2183309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8650" y="2499420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crashes, Android quirks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09900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3028950"/>
            <a:ext cx="261625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650" y="3219450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8650" y="3535561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Jest, MSW handlers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63950" y="1973759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63950" y="1992809"/>
            <a:ext cx="26162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5400" y="2183309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5400" y="2499420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API hooks, screens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3950" y="3009900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63950" y="3028950"/>
            <a:ext cx="26162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5400" y="3219450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35400" y="3535561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data transforms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70699" y="1973759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70699" y="1992809"/>
            <a:ext cx="261625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2149" y="2183309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42149" y="2499420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issues, suggestions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70699" y="3009900"/>
            <a:ext cx="2616250" cy="883741"/>
          </a:xfrm>
          <a:prstGeom prst="roundRect">
            <a:avLst>
              <a:gd name="adj" fmla="val 8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0699" y="3028950"/>
            <a:ext cx="261625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2149" y="3219450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42149" y="3535561"/>
            <a:ext cx="23188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JSDoc, README files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ee31b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422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5316" y="1771650"/>
            <a:ext cx="7678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5079025" y="2316361"/>
            <a:ext cx="22804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Pitfalls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603571" y="3078361"/>
            <a:ext cx="323146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warnings and anti-patterns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 #1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44179"/>
            <a:ext cx="4029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confidently suggests props and methods that simply do not exist.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910929"/>
            <a:ext cx="3950196" cy="1032272"/>
          </a:xfrm>
          <a:prstGeom prst="roundRect">
            <a:avLst>
              <a:gd name="adj" fmla="val 7382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063329"/>
            <a:ext cx="3718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352800"/>
            <a:ext cx="3718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preloadDistance={500}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604171"/>
            <a:ext cx="3718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prop does not exist!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74096" y="2348805"/>
            <a:ext cx="3950196" cy="1489621"/>
          </a:xfrm>
          <a:prstGeom prst="roundRect">
            <a:avLst>
              <a:gd name="adj" fmla="val 5115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6496" y="2501205"/>
            <a:ext cx="3718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6496" y="2809726"/>
            <a:ext cx="3645396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official docs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TypeScript autocomplete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both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 #2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02185"/>
            <a:ext cx="4029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Often Suggests: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75446"/>
            <a:ext cx="3950196" cy="83820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250879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Class components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0550" y="281359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MyComponent extends...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46996"/>
            <a:ext cx="3950196" cy="83820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0550" y="348034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Old Reanimated v2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0550" y="378514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Animated.timing().start()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4096" y="2002185"/>
            <a:ext cx="4029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Use: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74096" y="2375446"/>
            <a:ext cx="3950196" cy="838200"/>
          </a:xfrm>
          <a:prstGeom prst="roundRect">
            <a:avLst>
              <a:gd name="adj" fmla="val 9091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446" y="250879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Functional + hooks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7446" y="281359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MyComponent() {}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4096" y="3346996"/>
            <a:ext cx="3950196" cy="838200"/>
          </a:xfrm>
          <a:prstGeom prst="roundRect">
            <a:avLst>
              <a:gd name="adj" fmla="val 9091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7446" y="348034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Reanimated v4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7446" y="3785146"/>
            <a:ext cx="3757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x.value = withTiming(100)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Critical Pitfalls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49959"/>
            <a:ext cx="4019550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49959"/>
            <a:ext cx="0" cy="78849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2202359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Syndrome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7700" y="2499420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without understanding = tech debt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90850"/>
            <a:ext cx="4019550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990850"/>
            <a:ext cx="0" cy="7884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3143250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Blindspots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700" y="3440311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AsyncStorage instead of SecureStore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7250" y="2049959"/>
            <a:ext cx="4019550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86300" y="2049959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750" y="2202359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57750" y="2499420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loves unnecessary abstractions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7250" y="2990850"/>
            <a:ext cx="4019550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2990850"/>
            <a:ext cx="0" cy="78849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0" y="3143250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Blindness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57750" y="3440311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your RN 0.81, Expo 54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4c913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422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5316" y="1771650"/>
            <a:ext cx="7678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200227" y="2316361"/>
            <a:ext cx="40380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Prompting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859058" y="3078361"/>
            <a:ext cx="272049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better results from AI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702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Prompts vs. Bad Prompts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64234"/>
            <a:ext cx="4029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Vague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2337495"/>
            <a:ext cx="3950196" cy="499021"/>
          </a:xfrm>
          <a:prstGeom prst="roundRect">
            <a:avLst>
              <a:gd name="adj" fmla="val 1527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075" y="2480370"/>
            <a:ext cx="37377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this navigation crash"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69865"/>
            <a:ext cx="3950196" cy="499021"/>
          </a:xfrm>
          <a:prstGeom prst="roundRect">
            <a:avLst>
              <a:gd name="adj" fmla="val 1527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075" y="3112740"/>
            <a:ext cx="37377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animation smoother"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78436"/>
            <a:ext cx="4029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Generic, often wrong answers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74096" y="1804243"/>
            <a:ext cx="4029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Specific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74096" y="2177504"/>
            <a:ext cx="3950196" cy="659011"/>
          </a:xfrm>
          <a:prstGeom prst="roundRect">
            <a:avLst>
              <a:gd name="adj" fmla="val 1156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6971" y="2320379"/>
            <a:ext cx="37377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expo-router 6.0, crash on Android with [error]. Code: [snippet]"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74096" y="2969865"/>
            <a:ext cx="3950196" cy="659011"/>
          </a:xfrm>
          <a:prstGeom prst="roundRect">
            <a:avLst>
              <a:gd name="adj" fmla="val 1156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6971" y="3112740"/>
            <a:ext cx="37377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"Reanimated 4.1, spring scale on press. Target: 60fps Android"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74096" y="3838426"/>
            <a:ext cx="4029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Targeted, working solutions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Prompting Strategies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79513"/>
            <a:ext cx="3950196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579513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1731913"/>
            <a:ext cx="3679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Specify Versions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7700" y="2028974"/>
            <a:ext cx="3679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RN 0.81, Expo 54..."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520404"/>
            <a:ext cx="3950196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520404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672804"/>
            <a:ext cx="3679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Provide Context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700" y="2969865"/>
            <a:ext cx="3679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Errors, code, constraints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61296"/>
            <a:ext cx="3950196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3461296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" y="3613696"/>
            <a:ext cx="3679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Ask for Explanations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700" y="3910757"/>
            <a:ext cx="3679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this work?"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74096" y="1714649"/>
            <a:ext cx="3950196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3146" y="1714649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596" y="1867049"/>
            <a:ext cx="3679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Iterate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4596" y="2164110"/>
            <a:ext cx="3679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Follow-ups, request changes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74096" y="2655540"/>
            <a:ext cx="3950196" cy="788491"/>
          </a:xfrm>
          <a:prstGeom prst="roundRect">
            <a:avLst>
              <a:gd name="adj" fmla="val 96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93146" y="2655540"/>
            <a:ext cx="0" cy="78849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596" y="2807940"/>
            <a:ext cx="3679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Verify 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64596" y="3105001"/>
            <a:ext cx="3679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TypeScript, test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74096" y="3596432"/>
            <a:ext cx="3950196" cy="518071"/>
          </a:xfrm>
          <a:prstGeom prst="roundRect">
            <a:avLst>
              <a:gd name="adj" fmla="val 14708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0042" y="3748832"/>
            <a:ext cx="3718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helpful colleague, not oracle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cce7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422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5316" y="1771650"/>
            <a:ext cx="7678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175939" y="2316361"/>
            <a:ext cx="40865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894732" y="3078361"/>
            <a:ext cx="264914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of practical work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| 15 MIN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 Real Crash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42220"/>
            <a:ext cx="37272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Top Tabs crashes on Android. Use AI to diagnose and fix.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674441"/>
            <a:ext cx="3654177" cy="1470571"/>
          </a:xfrm>
          <a:prstGeom prst="roundRect">
            <a:avLst>
              <a:gd name="adj" fmla="val 51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826841"/>
            <a:ext cx="3416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116312"/>
            <a:ext cx="3349377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follow-ups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against docs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78077" y="2188815"/>
            <a:ext cx="4308723" cy="180975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68577" y="23793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Crashes on Android!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8577" y="274126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&lt;Tab.Navigator&gt;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577" y="3007965"/>
            <a:ext cx="4006278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&lt;Tab.Screen name="Feed" /&gt;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577" y="3274665"/>
            <a:ext cx="4006278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&lt;Tab.Screen name="Profile" /&gt;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8577" y="354136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&lt;/Tab.Navigator&gt;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 | 20 MIN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Component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42220"/>
            <a:ext cx="37272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mutually exclusive props with TypeScript.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674441"/>
            <a:ext cx="3654177" cy="1470571"/>
          </a:xfrm>
          <a:prstGeom prst="roundRect">
            <a:avLst>
              <a:gd name="adj" fmla="val 51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826841"/>
            <a:ext cx="3416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116312"/>
            <a:ext cx="3349377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data + renderItem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children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both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78077" y="1893540"/>
            <a:ext cx="4308723" cy="2400300"/>
          </a:xfrm>
          <a:prstGeom prst="roundRect">
            <a:avLst>
              <a:gd name="adj" fmla="val 31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68577" y="20840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Should work: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8577" y="23507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&lt;List data={items} renderItem={}/&gt;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577" y="26174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&lt;List&gt;{children}&lt;/List&gt;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577" y="30365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Should error: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8577" y="33032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&lt;List data={items}&gt;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8577" y="3569940"/>
            <a:ext cx="4006278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{children}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8577" y="3836640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&lt;/List&gt;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 | 15 MIN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3908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Reanimated Animation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42220"/>
            <a:ext cx="37272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pull-to-refresh indicator with Reanimated 4.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674441"/>
            <a:ext cx="3654177" cy="1470571"/>
          </a:xfrm>
          <a:prstGeom prst="roundRect">
            <a:avLst>
              <a:gd name="adj" fmla="val 51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826841"/>
            <a:ext cx="3416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116312"/>
            <a:ext cx="3349377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 pull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while refreshing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v4 syntax!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78077" y="1979265"/>
            <a:ext cx="4308723" cy="2228850"/>
          </a:xfrm>
          <a:prstGeom prst="roundRect">
            <a:avLst>
              <a:gd name="adj" fmla="val 34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68577" y="216976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Starter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8577" y="25317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rotation = useSharedValue(0);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577" y="27984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scale = useSharedValue(0);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577" y="32175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Ask AI to implement: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8577" y="34842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- Scale from pullProgress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8577" y="3750915"/>
            <a:ext cx="4006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- Rotate when refreshing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965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809750"/>
            <a:ext cx="8229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0" cy="6477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0025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about using AI for coding?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47950"/>
            <a:ext cx="8229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2647950"/>
            <a:ext cx="0" cy="6477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845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AI help most vs. mislead you?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86150"/>
            <a:ext cx="8229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250" y="3486150"/>
            <a:ext cx="0" cy="64770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7665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integrate this into your workflow?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pic>
        <p:nvPicPr>
          <p:cNvPr id="3" name="Image 0" descr="/tmp/rasterized-gradient-888040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79278"/>
            <a:ext cx="4019550" cy="493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2212628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assistant, not replacement</a:t>
            </a:r>
            <a:endParaRPr lang="en-US" sz="1275" dirty="0"/>
          </a:p>
        </p:txBody>
      </p:sp>
      <p:pic>
        <p:nvPicPr>
          <p:cNvPr id="5" name="Image 1" descr="/tmp/rasterized-gradient-f508b98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5993"/>
            <a:ext cx="4019550" cy="4933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650" y="2839343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everything</a:t>
            </a:r>
            <a:endParaRPr lang="en-US" sz="1275" dirty="0"/>
          </a:p>
        </p:txBody>
      </p:sp>
      <p:pic>
        <p:nvPicPr>
          <p:cNvPr id="7" name="Image 2" descr="/tmp/rasterized-gradient-6d873fd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2708"/>
            <a:ext cx="4019550" cy="4933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3466058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output</a:t>
            </a:r>
            <a:endParaRPr lang="en-US" sz="1275" dirty="0"/>
          </a:p>
        </p:txBody>
      </p:sp>
      <p:pic>
        <p:nvPicPr>
          <p:cNvPr id="9" name="Image 3" descr="/tmp/rasterized-gradient-a312bda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079278"/>
            <a:ext cx="4019550" cy="49336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38700" y="2212628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types, debug, boilerplate</a:t>
            </a:r>
            <a:endParaRPr lang="en-US" sz="1275" dirty="0"/>
          </a:p>
        </p:txBody>
      </p:sp>
      <p:pic>
        <p:nvPicPr>
          <p:cNvPr id="11" name="Image 4" descr="/tmp/rasterized-gradient-7f80db8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2705993"/>
            <a:ext cx="4019550" cy="49336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38700" y="2839343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hallucinations, old code</a:t>
            </a:r>
            <a:endParaRPr lang="en-US" sz="1275" dirty="0"/>
          </a:p>
        </p:txBody>
      </p:sp>
      <p:pic>
        <p:nvPicPr>
          <p:cNvPr id="13" name="Image 5" descr="/tmp/rasterized-gradient-5abb972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3332708"/>
            <a:ext cx="4019550" cy="49336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838700" y="3466058"/>
            <a:ext cx="378904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Iterate, don't accept first try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026890"/>
            <a:ext cx="4029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92561"/>
            <a:ext cx="3950196" cy="148590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544961"/>
            <a:ext cx="3645396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chat.openai.com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cursor.sh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ollama.ai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74096" y="2026890"/>
            <a:ext cx="4029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74096" y="2392561"/>
            <a:ext cx="3950196" cy="148590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6496" y="2544961"/>
            <a:ext cx="3645396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docs.expo.dev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reactnative.dev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tanstack.com/query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docs.swmansion.com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6041" y="1042095"/>
            <a:ext cx="29119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982239" y="1918395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500"/>
              </a:spcBef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pic>
        <p:nvPicPr>
          <p:cNvPr id="4" name="Image 0" descr="/tmp/rasterized-gradient-60579e5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2771775"/>
            <a:ext cx="1905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34505" y="3324225"/>
            <a:ext cx="4674840" cy="777180"/>
          </a:xfrm>
          <a:prstGeom prst="roundRect">
            <a:avLst>
              <a:gd name="adj" fmla="val 14707"/>
            </a:avLst>
          </a:prstGeom>
          <a:solidFill>
            <a:srgbClr val="1E293B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76377" y="3552825"/>
            <a:ext cx="39910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Human Expertise = Better Code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Mobile Development Workshop</dc:title>
  <dc:subject>Practical Strategies for React Native Teams</dc:subject>
  <dc:creator>Workshop Presenter</dc:creator>
  <cp:lastModifiedBy>Workshop Presenter</cp:lastModifiedBy>
  <cp:revision>1</cp:revision>
  <dcterms:created xsi:type="dcterms:W3CDTF">2025-12-16T11:24:40Z</dcterms:created>
  <dcterms:modified xsi:type="dcterms:W3CDTF">2025-12-16T11:24:40Z</dcterms:modified>
</cp:coreProperties>
</file>